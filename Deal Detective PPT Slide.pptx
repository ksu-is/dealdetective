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78"/>
  </p:normalViewPr>
  <p:slideViewPr>
    <p:cSldViewPr snapToGrid="0">
      <p:cViewPr>
        <p:scale>
          <a:sx n="109" d="100"/>
          <a:sy n="109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B8CE-9082-F921-4C6F-82D3C8587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9AE5B-CBE1-936A-B287-F43ED32EF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6E2B4-F82C-611A-3E5F-9FD7B7BC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C5B9D-70BF-F073-EBC4-8CC4FBAA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75DAC-B6D7-35B3-7065-B36B087A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7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6119-484F-5801-EDC2-10C9CB60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71A92-4B5D-3851-4FF1-129B5A020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3F172-1345-0765-CCB1-A0FE4688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6F47F-D2AD-9B67-F9A8-96A75A92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0DE25-FE46-EA18-77FE-9C4C3894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8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D7DA1-D754-C429-F642-40FEBF1F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12C5-15EB-AC0E-0E7B-EBD4FA1C5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7F7CF-709E-8558-406E-4A3263CE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E6FD4-7DA8-D001-733A-D4FEE601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B97F1-D3AC-C38D-635F-C045919A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6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290D-2D98-6198-8FA5-D3E750E7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91974-5798-4623-F2CB-1025E0ADE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DA97D-9957-D083-388D-1C5D6215C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846D8-3DAC-643D-ECA2-31840A166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76882-254E-772E-CB9F-AD3EACFA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16FB5-E425-9B41-119E-A746334A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3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42C0-93C7-74FF-EE9A-701D1DDC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49E2D-BBD3-9D5B-EDB1-620A8D9EF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2E650-3854-9B5F-F4EE-0B9AC6A48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B8A451-B7B6-E38E-7D75-4FBC6E58C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9AA451-8491-7171-4227-9A6182EDB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2FB5B-1DAA-5079-8060-EE09AB6E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78B72-6BA0-A6ED-9768-27D571C4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DDFC7-C9DE-7E85-8D6A-8DF8DE8B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8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63BA-A22A-CF6B-1EA9-080FF8E3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E644F-1E8D-39A4-599F-EADE2A11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3C637-2265-83AE-B482-1660C28D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EEA7E-88C4-6BB1-AB34-E54CF1B4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4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D4EE4-52DD-B0E4-0FDD-8001678B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82C7A-E677-332A-D66D-FF28F74F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F7F8E-377F-7B29-A474-514108EE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76B4-5DC7-0BF8-1C79-63BF92FF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8DDD-3C5F-D861-A18B-F5428A1A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417C6-FACA-BCD8-B224-DC4249A56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898DB-F911-1E11-7C6D-2A6F494D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61196-A94D-BDF3-17E5-4CADDDC2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AE51C-A43D-A713-89EC-FABB65C6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4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78B9-9A16-2A24-689C-34E86B9A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604DB8-E2D1-3414-F8EA-149564EB2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393EF-48B6-C349-1CEC-EAE160038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6060E-E93C-CD0B-35FF-892EF5A8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BFEBA-47B5-3FB9-5416-B59A5ED6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E7B21-A210-2952-CEDE-AB937E83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3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797A-926B-0ECD-8B7C-F706C1DF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A33FB-DD30-9A34-FD04-79BC5EF3F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5FF6F-E277-A94E-BB8B-7E7D1670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AC37D-B222-3DC0-80BD-F3E15C89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58AE2-82C8-0F65-C4E0-29DCC7F0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1A7E86-1C0C-FF2E-5009-EA1B3D73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44BAF-817C-81BA-9C30-361006398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95D21-DAC5-ED27-2701-FB0998A3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2E236-85E5-5B86-7241-E49CD16F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9EF6-A5BB-A7A2-6D91-E0BEB1F9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5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8C04F-529F-B12F-D091-5A192CE8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1626F-5BE6-2BBD-682B-BBB0C94A0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5C969-D131-E197-D811-CDE9D7A6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567EB-0D91-4C49-8114-440D5B07C1B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1BB17-3736-C539-28D8-CD8AED3BC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7C2C-41FC-5C89-877B-BB8EC6BBA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01746-45B1-F64F-BE06-434E5BA1B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9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4C3CD-AD69-1826-CAAC-585045CE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Cavolini" panose="03000502040302020204" pitchFamily="66" charset="0"/>
                <a:cs typeface="Cavolini" panose="03000502040302020204" pitchFamily="66" charset="0"/>
              </a:rPr>
              <a:t>Deal Detective</a:t>
            </a:r>
            <a:br>
              <a:rPr lang="en-US" b="1"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n-US" b="1">
                <a:latin typeface="Cavolini" panose="03000502040302020204" pitchFamily="66" charset="0"/>
                <a:cs typeface="Cavolini" panose="03000502040302020204" pitchFamily="66" charset="0"/>
              </a:rPr>
              <a:t>“</a:t>
            </a:r>
            <a:r>
              <a:rPr lang="en-US" sz="2200" b="1" i="1">
                <a:effectLst/>
                <a:latin typeface="Cavolini" panose="03000502040302020204" pitchFamily="66" charset="0"/>
                <a:cs typeface="Cavolini" panose="03000502040302020204" pitchFamily="66" charset="0"/>
              </a:rPr>
              <a:t>The </a:t>
            </a:r>
            <a:r>
              <a:rPr lang="en-US" sz="2200" b="1" i="1" dirty="0">
                <a:effectLst/>
                <a:latin typeface="Cavolini" panose="03000502040302020204" pitchFamily="66" charset="0"/>
                <a:cs typeface="Cavolini" panose="03000502040302020204" pitchFamily="66" charset="0"/>
              </a:rPr>
              <a:t>best deals aren’t found — they’re detected</a:t>
            </a:r>
            <a:r>
              <a:rPr lang="en-US" b="1" i="1" dirty="0">
                <a:effectLst/>
                <a:latin typeface="Cavolini" panose="03000502040302020204" pitchFamily="66" charset="0"/>
                <a:cs typeface="Cavolini" panose="03000502040302020204" pitchFamily="66" charset="0"/>
              </a:rPr>
              <a:t>”</a:t>
            </a:r>
            <a:endParaRPr lang="en-US" b="1" i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2739F-0DFD-C3DB-BEDF-C0B71459F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b="1" i="1" dirty="0" err="1">
                <a:latin typeface="Cavolini" panose="020B0604020202020204" pitchFamily="34" charset="0"/>
                <a:ea typeface="Meiryo" panose="020B0604030504040204" pitchFamily="34" charset="-128"/>
                <a:cs typeface="Cavolini" panose="020B0604020202020204" pitchFamily="34" charset="0"/>
              </a:rPr>
              <a:t>DealDetective</a:t>
            </a:r>
            <a:r>
              <a:rPr lang="en-US" sz="2000" b="1" i="1" dirty="0">
                <a:latin typeface="Cavolini" panose="020B0604020202020204" pitchFamily="34" charset="0"/>
                <a:ea typeface="Meiryo" panose="020B0604030504040204" pitchFamily="34" charset="-128"/>
                <a:cs typeface="Cavolini" panose="020B0604020202020204" pitchFamily="34" charset="0"/>
              </a:rPr>
              <a:t> is an automated price-tracking tool that monitors Amazon product links and alerts users when prices drop. Built using Python and version-controlled through GitHub, the system helps shoppers make smarter buying decisions without constantly refreshing product pages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91CAA90-A610-A4B3-4909-DF851AE45B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84" t="6636" r="14530" b="68880"/>
          <a:stretch/>
        </p:blipFill>
        <p:spPr>
          <a:xfrm>
            <a:off x="1354015" y="3259967"/>
            <a:ext cx="6054970" cy="1299758"/>
          </a:xfrm>
          <a:prstGeom prst="rect">
            <a:avLst/>
          </a:prstGeom>
        </p:spPr>
      </p:pic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7F55C81-47D8-4BA0-E375-E190276248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11" t="13328" r="-507" b="80163"/>
          <a:stretch/>
        </p:blipFill>
        <p:spPr>
          <a:xfrm>
            <a:off x="1354015" y="5131107"/>
            <a:ext cx="8026350" cy="3819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223E01-0EE8-9643-2EAD-C2E13AF78FC2}"/>
              </a:ext>
            </a:extLst>
          </p:cNvPr>
          <p:cNvSpPr txBox="1"/>
          <p:nvPr/>
        </p:nvSpPr>
        <p:spPr>
          <a:xfrm>
            <a:off x="441476" y="3234321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volini" panose="03000502040302020204" pitchFamily="66" charset="0"/>
                <a:cs typeface="Cavolini" panose="03000502040302020204" pitchFamily="66" charset="0"/>
              </a:rPr>
              <a:t>Step</a:t>
            </a:r>
            <a:r>
              <a:rPr lang="en-US" dirty="0"/>
              <a:t> </a:t>
            </a:r>
            <a:r>
              <a:rPr lang="en-US" b="1" dirty="0">
                <a:latin typeface="Cavolini" panose="03000502040302020204" pitchFamily="66" charset="0"/>
                <a:cs typeface="Cavolini" panose="03000502040302020204" pitchFamily="66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E1F3C-5939-1018-FBC9-21CCF10EB722}"/>
              </a:ext>
            </a:extLst>
          </p:cNvPr>
          <p:cNvSpPr txBox="1"/>
          <p:nvPr/>
        </p:nvSpPr>
        <p:spPr>
          <a:xfrm>
            <a:off x="457200" y="514374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volini" panose="03000502040302020204" pitchFamily="66" charset="0"/>
                <a:cs typeface="Cavolini" panose="03000502040302020204" pitchFamily="66" charset="0"/>
              </a:rPr>
              <a:t>Step 2</a:t>
            </a:r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BFCC83A-8424-2E58-C584-5C9690ECD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812" y="3050686"/>
            <a:ext cx="2457803" cy="373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8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Cavolini</vt:lpstr>
      <vt:lpstr>Office Theme</vt:lpstr>
      <vt:lpstr>Deal Detective “The best deals aren’t found — they’re detected”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 Detective “The best deals aren’t found — they’re detected”</dc:title>
  <dc:creator>Sheldon Shaw</dc:creator>
  <cp:lastModifiedBy>Sheldon Shaw</cp:lastModifiedBy>
  <cp:revision>1</cp:revision>
  <dcterms:created xsi:type="dcterms:W3CDTF">2025-12-01T02:47:03Z</dcterms:created>
  <dcterms:modified xsi:type="dcterms:W3CDTF">2025-12-01T03:37:35Z</dcterms:modified>
</cp:coreProperties>
</file>